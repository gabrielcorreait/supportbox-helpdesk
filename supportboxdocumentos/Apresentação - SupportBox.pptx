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 Borges" initials="GB" lastIdx="1" clrIdx="0">
    <p:extLst>
      <p:ext uri="{19B8F6BF-5375-455C-9EA6-DF929625EA0E}">
        <p15:presenceInfo xmlns:p15="http://schemas.microsoft.com/office/powerpoint/2012/main" userId="Gabriel Borg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935D"/>
    <a:srgbClr val="BC7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493E0-F3CA-F075-0709-567B73CAC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F1B334-19B8-6818-062D-6511F89D1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88D840-9DC6-5C74-9C92-CF2FDE43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2E18B2-2CCE-0019-0B7B-61E1386F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286DA8-1B02-DE92-5A87-692CFAD4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26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38E9-D246-A8F6-F6EB-1F8A05D1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7C97B-E295-14D5-F96D-45790BA43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A6A0E0-F6DD-B6C5-6F3E-A6EF1CF2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1CE54-6BD7-6611-3B0E-976777D7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90ED38-F37A-D058-6C8F-DCCF30A0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46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02243-D195-63FC-F354-BF4DC6DD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E14BD4-3CB8-3E8E-F60F-153B134BE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A39A4B-42D6-90CB-CF5B-980CC366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5FD7D-3254-D1D8-FDE8-E94042F0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7FF59-A270-5970-B26A-576B8112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52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EB613-EFC7-2686-E2B4-AFFAE8D6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4495B1-804E-F4DE-0F9B-14E34F18A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5C5A66-BEB4-F9BB-1416-6F7DD4BF9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4B5159-9AED-A916-6105-CCDD8415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6C5D62-91F2-4C5A-89D2-3682D18B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E43094-3644-F601-96B7-1F7D6DA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51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B6140-9FF9-5FCE-3EFF-3A52B046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15C3EF-B4C3-8565-34A2-832C9FA0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E7FCA6-FD19-B3EB-14D9-D12689185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C3A6BE-0B07-C900-5A23-4FE370DF6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922DF5-682D-AD60-B5E6-A04482E3D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02DE551-1BC5-99F8-2EFC-E980D73D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61EA9-F231-0B3F-D6D1-D31164C7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2DCA8D-66E6-C463-D1CD-F0F065E5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37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791ED-B57E-641B-38BA-830D9691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AF6E25-03DD-7C89-29D8-4E7F329A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758CDC-6EC8-1F2B-BEE5-ECD4C3C9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EE20E1-C26F-C3BC-F29D-767EE9D0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855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1AB122-D63C-B270-C1D4-731AE23A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E3B26-B60C-04AC-3341-15BC2736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9478B4-36D5-3957-4C10-07E4B69D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7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6B890-1E45-D646-4EEC-080318D7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98864-BB24-42DC-13D3-6D8F6170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45B66C-973E-7243-D7DB-CB657BDD2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82FEEC-2AF1-2881-829B-7FD9E845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C45CD4-AFBC-B368-84CF-47197306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F4B948-3905-9C15-67A9-9421279F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89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34206-004D-7592-43DA-14A7AF05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BD1A9D-FC3D-0FB3-5990-273DFC0F5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F42716-C7CD-FF55-DA9C-74D94197F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F0C742-1F0D-0F40-DA1A-F943B96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80C04A-7923-7C0E-C66B-B4DA602C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D94C21-320D-D6B2-3999-B69D214F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28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B1CE5-AA80-2DA1-1AD4-50F6344C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6EC760-A31D-BB81-DB76-65A728D37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794C60-4B96-355C-7A9E-4FD53609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3F3F0B-CB07-4CC3-0CD8-D991155C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6F2FF6-CA5D-C375-9825-70D79BD6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64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8C74D1-B05E-B44F-F222-2CD146377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D7E4A4-3BB3-A8D6-B057-5BC24A2F6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143DAF-D870-915F-C72D-67B1BF3A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70A998-AFF3-5C9B-1151-584630EC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731F-6346-9AF3-9830-87DDD7E0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49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198C5DA-C501-4216-D581-72BC66D8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E39C96-4018-F798-6A61-1E342B442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20491E-4CD0-FC0D-CAE2-819FE89AE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7B132-7A71-4305-AFFD-EE6EAF7662E8}" type="datetimeFigureOut">
              <a:rPr lang="pt-BR" smtClean="0"/>
              <a:t>28/05/2025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38A654-A0CA-C082-3A09-36D42B16F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F7257E-B8D6-BAB3-2FA5-4B9C478C8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8021B-2B4A-4883-99FC-0A327592C9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25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7EEC29B-CF35-5875-F26E-CC09303C7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333" y="733333"/>
            <a:ext cx="5391334" cy="5391334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17670C59-45A3-D0F1-DF91-EE349FB5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777" y="6347535"/>
            <a:ext cx="10351363" cy="696897"/>
          </a:xfrm>
        </p:spPr>
        <p:txBody>
          <a:bodyPr>
            <a:norm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Equipe Envolvida: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Gabriel Borges, Ciro, Renata, Isabella Moura, Isaac.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04F7D4-49DA-D735-E11B-CBF9CDFA5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657" y="40875"/>
            <a:ext cx="1270822" cy="99781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CF92450-C21A-8498-D374-CD703A79EDE7}"/>
              </a:ext>
            </a:extLst>
          </p:cNvPr>
          <p:cNvSpPr txBox="1"/>
          <p:nvPr/>
        </p:nvSpPr>
        <p:spPr>
          <a:xfrm>
            <a:off x="-88778" y="-71022"/>
            <a:ext cx="2618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Projeto - 1</a:t>
            </a:r>
          </a:p>
        </p:txBody>
      </p:sp>
    </p:spTree>
    <p:extLst>
      <p:ext uri="{BB962C8B-B14F-4D97-AF65-F5344CB8AC3E}">
        <p14:creationId xmlns:p14="http://schemas.microsoft.com/office/powerpoint/2010/main" val="232386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bg1"/>
            </a:gs>
            <a:gs pos="100000">
              <a:srgbClr val="D393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E1BEB-FDCC-11D7-1B0A-95523714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776"/>
            <a:ext cx="6849863" cy="594803"/>
          </a:xfrm>
        </p:spPr>
        <p:txBody>
          <a:bodyPr>
            <a:normAutofit fontScale="90000"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 que é o SupportBox?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56887E-D209-477B-D2DB-4FCF555A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475" y="-57171"/>
            <a:ext cx="1152525" cy="11525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D995233-A8EC-F921-33D6-0152CCEF92CF}"/>
              </a:ext>
            </a:extLst>
          </p:cNvPr>
          <p:cNvSpPr txBox="1"/>
          <p:nvPr/>
        </p:nvSpPr>
        <p:spPr>
          <a:xfrm>
            <a:off x="1155962" y="1163616"/>
            <a:ext cx="1117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Trata-se de um sistema web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HelpDesk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destinado 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organizar, registrar e resolver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chamados de suporte.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2E00E82-45B2-765F-FB46-B96E3A3AE7E9}"/>
              </a:ext>
            </a:extLst>
          </p:cNvPr>
          <p:cNvSpPr/>
          <p:nvPr/>
        </p:nvSpPr>
        <p:spPr>
          <a:xfrm>
            <a:off x="177554" y="1103049"/>
            <a:ext cx="978408" cy="484632"/>
          </a:xfrm>
          <a:prstGeom prst="rightArrow">
            <a:avLst/>
          </a:prstGeom>
          <a:solidFill>
            <a:srgbClr val="D393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EA6C2A9-B786-DFC0-373A-C700D4FF1D50}"/>
              </a:ext>
            </a:extLst>
          </p:cNvPr>
          <p:cNvSpPr/>
          <p:nvPr/>
        </p:nvSpPr>
        <p:spPr>
          <a:xfrm>
            <a:off x="177554" y="2093008"/>
            <a:ext cx="978408" cy="484632"/>
          </a:xfrm>
          <a:prstGeom prst="rightArrow">
            <a:avLst/>
          </a:prstGeom>
          <a:solidFill>
            <a:srgbClr val="D3935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D535A7-B566-CCA9-FFBA-F50921847EE6}"/>
              </a:ext>
            </a:extLst>
          </p:cNvPr>
          <p:cNvSpPr txBox="1"/>
          <p:nvPr/>
        </p:nvSpPr>
        <p:spPr>
          <a:xfrm>
            <a:off x="1155963" y="2012159"/>
            <a:ext cx="1103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Serve como um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canal central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onde usuários (colaboradores ou clientes) podem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pedir ajuda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quando têm problemas técnicos ou dúvidas.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5E091F-64AD-1F93-F948-96119313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768" y="193945"/>
            <a:ext cx="384464" cy="38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69F7E0B-D4AF-C95C-1AEE-C50EF0F0B780}"/>
              </a:ext>
            </a:extLst>
          </p:cNvPr>
          <p:cNvSpPr/>
          <p:nvPr/>
        </p:nvSpPr>
        <p:spPr>
          <a:xfrm>
            <a:off x="177554" y="3137700"/>
            <a:ext cx="978408" cy="484632"/>
          </a:xfrm>
          <a:prstGeom prst="rightArrow">
            <a:avLst/>
          </a:prstGeom>
          <a:solidFill>
            <a:srgbClr val="D3935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8592B56-4A50-1E65-B958-0EF9BADF3A0F}"/>
              </a:ext>
            </a:extLst>
          </p:cNvPr>
          <p:cNvSpPr txBox="1"/>
          <p:nvPr/>
        </p:nvSpPr>
        <p:spPr>
          <a:xfrm>
            <a:off x="1155962" y="3082967"/>
            <a:ext cx="10704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Facilita 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atendimento, tornando-o mais rápido e eficiente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melhorando a comunicação entre equipes e entre o solicitante e o agente que prestará o suporte.</a:t>
            </a:r>
          </a:p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63EC6EE-4FE8-F372-061A-70E5937CF7EF}"/>
              </a:ext>
            </a:extLst>
          </p:cNvPr>
          <p:cNvSpPr txBox="1"/>
          <p:nvPr/>
        </p:nvSpPr>
        <p:spPr>
          <a:xfrm>
            <a:off x="2656642" y="4508051"/>
            <a:ext cx="687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Sistemas HelpDesk Renomados no Mercado</a:t>
            </a:r>
          </a:p>
        </p:txBody>
      </p:sp>
      <p:pic>
        <p:nvPicPr>
          <p:cNvPr id="1028" name="Picture 4" descr="Zendesk Review: Uncover the Pros, Cons, and Key Features">
            <a:extLst>
              <a:ext uri="{FF2B5EF4-FFF2-40B4-BE49-F238E27FC236}">
                <a16:creationId xmlns:a16="http://schemas.microsoft.com/office/drawing/2014/main" id="{81E4DEFB-AE96-BAA0-8582-3C9F3F2B7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14" y="5227084"/>
            <a:ext cx="2638588" cy="1492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shdesk - Teste completo 2023 | Avaliações de clientes, integrações,  preços">
            <a:extLst>
              <a:ext uri="{FF2B5EF4-FFF2-40B4-BE49-F238E27FC236}">
                <a16:creationId xmlns:a16="http://schemas.microsoft.com/office/drawing/2014/main" id="{833737B8-7B61-520C-B231-8E94AE19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53" y="5227084"/>
            <a:ext cx="2576429" cy="1492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ira Service Desk Logo PNG vector in SVG, PDF, AI, CDR format">
            <a:extLst>
              <a:ext uri="{FF2B5EF4-FFF2-40B4-BE49-F238E27FC236}">
                <a16:creationId xmlns:a16="http://schemas.microsoft.com/office/drawing/2014/main" id="{B5248503-75ED-CAF6-0953-AEB61665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04" y="5205260"/>
            <a:ext cx="2576430" cy="1492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49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bg1"/>
            </a:gs>
            <a:gs pos="100000">
              <a:srgbClr val="D393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EFCC958-7E5B-050A-F01B-6187DBE3052C}"/>
              </a:ext>
            </a:extLst>
          </p:cNvPr>
          <p:cNvSpPr txBox="1">
            <a:spLocks/>
          </p:cNvSpPr>
          <p:nvPr/>
        </p:nvSpPr>
        <p:spPr>
          <a:xfrm>
            <a:off x="0" y="88776"/>
            <a:ext cx="6849863" cy="594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Principais Recursos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6D4952DA-5A67-7E2B-88D9-55337B81E0CB}"/>
              </a:ext>
            </a:extLst>
          </p:cNvPr>
          <p:cNvSpPr/>
          <p:nvPr/>
        </p:nvSpPr>
        <p:spPr>
          <a:xfrm>
            <a:off x="177554" y="1103049"/>
            <a:ext cx="978408" cy="484632"/>
          </a:xfrm>
          <a:prstGeom prst="rightArrow">
            <a:avLst/>
          </a:prstGeom>
          <a:solidFill>
            <a:srgbClr val="D393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0F7C6A-037C-1995-E5D6-4C69C34FD2F9}"/>
              </a:ext>
            </a:extLst>
          </p:cNvPr>
          <p:cNvSpPr txBox="1"/>
          <p:nvPr/>
        </p:nvSpPr>
        <p:spPr>
          <a:xfrm>
            <a:off x="1155962" y="1160699"/>
            <a:ext cx="3560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Recursos para o Solicitante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47F77E1-9B54-92D1-E550-8460A05776EB}"/>
              </a:ext>
            </a:extLst>
          </p:cNvPr>
          <p:cNvSpPr txBox="1"/>
          <p:nvPr/>
        </p:nvSpPr>
        <p:spPr>
          <a:xfrm>
            <a:off x="1155962" y="1587681"/>
            <a:ext cx="10615828" cy="193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Abertura de Chamados: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Formulário simples para relatar requisições, problemas ou incidentes.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Histórico de Chamados: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Acesso aos chamados anteriores e suas respectivas soluções.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Acompanhamento em Tempo Real: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Visualização do status dos chamados registrados.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Notificações Automáticas: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Avisos por e-mail ou sistema sobre atualizações no chamado.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Comunicação Ágil: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Contato direto e facilitado com a equipe de suporte.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D7148CDF-91DB-084F-1273-0696472CDBF2}"/>
              </a:ext>
            </a:extLst>
          </p:cNvPr>
          <p:cNvSpPr/>
          <p:nvPr/>
        </p:nvSpPr>
        <p:spPr>
          <a:xfrm>
            <a:off x="177554" y="3796282"/>
            <a:ext cx="978408" cy="484632"/>
          </a:xfrm>
          <a:prstGeom prst="rightArrow">
            <a:avLst/>
          </a:prstGeom>
          <a:solidFill>
            <a:srgbClr val="D393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32" name="Picture 8" descr="emoji-png-0753">
            <a:extLst>
              <a:ext uri="{FF2B5EF4-FFF2-40B4-BE49-F238E27FC236}">
                <a16:creationId xmlns:a16="http://schemas.microsoft.com/office/drawing/2014/main" id="{7E7811D1-8169-8EF6-ACD7-67E292F22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552" y="1103049"/>
            <a:ext cx="426983" cy="42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6469DC51-536B-8905-A63B-FD8335706826}"/>
              </a:ext>
            </a:extLst>
          </p:cNvPr>
          <p:cNvSpPr txBox="1"/>
          <p:nvPr/>
        </p:nvSpPr>
        <p:spPr>
          <a:xfrm>
            <a:off x="1155962" y="3837281"/>
            <a:ext cx="6205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Recursos para a Equipe de Atendimento</a:t>
            </a:r>
          </a:p>
        </p:txBody>
      </p:sp>
      <p:pic>
        <p:nvPicPr>
          <p:cNvPr id="1034" name="Picture 10" descr="emoji-png-1017">
            <a:extLst>
              <a:ext uri="{FF2B5EF4-FFF2-40B4-BE49-F238E27FC236}">
                <a16:creationId xmlns:a16="http://schemas.microsoft.com/office/drawing/2014/main" id="{0B7181D6-22DB-2E48-DF49-DA5F4D5A8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71" y="3729281"/>
            <a:ext cx="508110" cy="50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moji-png-3542">
            <a:extLst>
              <a:ext uri="{FF2B5EF4-FFF2-40B4-BE49-F238E27FC236}">
                <a16:creationId xmlns:a16="http://schemas.microsoft.com/office/drawing/2014/main" id="{5C0A9E48-6ACF-9ECB-6CFD-1000FFEF6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35" y="165850"/>
            <a:ext cx="440653" cy="44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A8284B-84BA-D08A-3E25-85C9741103E5}"/>
              </a:ext>
            </a:extLst>
          </p:cNvPr>
          <p:cNvSpPr txBox="1"/>
          <p:nvPr/>
        </p:nvSpPr>
        <p:spPr>
          <a:xfrm>
            <a:off x="1155962" y="4237391"/>
            <a:ext cx="11036038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Painel de Controle (Dashboard):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Visão geral de todos os chamados com filtros por status, prioridade, setor, etc.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Classificação e Priorização de Chamados: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Definição de prioridade com base no impacto e urgência.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Atribuição de Chamados: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Distribuição automática ou manual dos chamados entre os agentes e equipes.</a:t>
            </a:r>
            <a:endParaRPr lang="pt-B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Comunicação Interna: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Comentários internos, anotações e movimentações de Tickets entre membros das equipes.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SLA (Acordos de Nível de Serviço):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Definição de prazos para resposta e resolução com alertas de vencimento.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Relatórios e Métricas: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Indicadores como tempo médio de resposta, tempo de resolução e taxa de resolução por agente.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B253D9CC-82EE-94C0-2056-1BA432A79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468" y="-126483"/>
            <a:ext cx="1229532" cy="12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bg1"/>
            </a:gs>
            <a:gs pos="100000">
              <a:srgbClr val="D393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9BDEF-5F5F-9C71-E8B3-DFAE35FD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17039"/>
          </a:xfrm>
        </p:spPr>
        <p:txBody>
          <a:bodyPr/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Público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Alvo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4B1554-27B7-5B11-8965-8EAB47420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685" y="-101181"/>
            <a:ext cx="717039" cy="71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91D05C6-1045-6845-BD07-5EA15B06D071}"/>
              </a:ext>
            </a:extLst>
          </p:cNvPr>
          <p:cNvSpPr txBox="1"/>
          <p:nvPr/>
        </p:nvSpPr>
        <p:spPr>
          <a:xfrm>
            <a:off x="1120148" y="960644"/>
            <a:ext cx="10930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Equipes que prestam suporte interno em uma empresa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como: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8D05F860-E79C-25CC-5651-56CABD6BBB6A}"/>
              </a:ext>
            </a:extLst>
          </p:cNvPr>
          <p:cNvSpPr/>
          <p:nvPr/>
        </p:nvSpPr>
        <p:spPr>
          <a:xfrm>
            <a:off x="141740" y="918383"/>
            <a:ext cx="978408" cy="484632"/>
          </a:xfrm>
          <a:prstGeom prst="rightArrow">
            <a:avLst/>
          </a:prstGeom>
          <a:solidFill>
            <a:srgbClr val="D393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E3B1CD-71B7-9996-BAE4-BF3C74C658CB}"/>
              </a:ext>
            </a:extLst>
          </p:cNvPr>
          <p:cNvSpPr txBox="1"/>
          <p:nvPr/>
        </p:nvSpPr>
        <p:spPr>
          <a:xfrm>
            <a:off x="1120148" y="1461935"/>
            <a:ext cx="8986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Setores de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T.I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Áreas de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suporte administrativo e teleatendimento.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Gestores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que precisam acompanhar e otimizar o atendimento interno</a:t>
            </a:r>
          </a:p>
          <a:p>
            <a:endParaRPr lang="pt-BR" dirty="0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D25C52B-D46C-8595-0CDD-4A30504D6BA5}"/>
              </a:ext>
            </a:extLst>
          </p:cNvPr>
          <p:cNvSpPr/>
          <p:nvPr/>
        </p:nvSpPr>
        <p:spPr>
          <a:xfrm>
            <a:off x="141740" y="3456640"/>
            <a:ext cx="978408" cy="484632"/>
          </a:xfrm>
          <a:prstGeom prst="rightArrow">
            <a:avLst/>
          </a:prstGeom>
          <a:solidFill>
            <a:srgbClr val="D3935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371CDD-CE7A-D944-7CEF-F9E78A9F6886}"/>
              </a:ext>
            </a:extLst>
          </p:cNvPr>
          <p:cNvSpPr txBox="1"/>
          <p:nvPr/>
        </p:nvSpPr>
        <p:spPr>
          <a:xfrm>
            <a:off x="1120148" y="3317442"/>
            <a:ext cx="10930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Empresas que vendam produtos ou prestem serviços e precisam de um canal organizado para receber e responder demandas de clientes: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E456F92-76D0-11B4-BEE9-AC3230A13B94}"/>
              </a:ext>
            </a:extLst>
          </p:cNvPr>
          <p:cNvSpPr txBox="1"/>
          <p:nvPr/>
        </p:nvSpPr>
        <p:spPr>
          <a:xfrm>
            <a:off x="1120148" y="3826507"/>
            <a:ext cx="9282545" cy="3074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Empresas de Tecnologia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Logística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Assistência Técnica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Consultorias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Entre outras...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EF453B-3FCE-9E77-A3F9-5246952AB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661" y="-78848"/>
            <a:ext cx="1270339" cy="127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4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3000">
              <a:schemeClr val="bg1"/>
            </a:gs>
            <a:gs pos="100000">
              <a:srgbClr val="D393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4347E-6F33-6FB2-7382-513272D8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" y="0"/>
            <a:ext cx="10439400" cy="646331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Login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64BB572-1823-7356-DFAE-55680D598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" y="946534"/>
            <a:ext cx="12183590" cy="59114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A29D4F5-93CB-6836-8D85-313E7257AF69}"/>
              </a:ext>
            </a:extLst>
          </p:cNvPr>
          <p:cNvSpPr txBox="1"/>
          <p:nvPr/>
        </p:nvSpPr>
        <p:spPr>
          <a:xfrm>
            <a:off x="85724" y="579842"/>
            <a:ext cx="11753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acessar o </a:t>
            </a:r>
            <a:r>
              <a:rPr lang="pt-BR" b="1" dirty="0"/>
              <a:t>Portal de Chamados</a:t>
            </a:r>
            <a:r>
              <a:rPr lang="pt-BR" dirty="0"/>
              <a:t>, o usuário deve inserir um e-mail e senha válidos, sendo que o cadastro prévio dos solicitantes é realizado pela equipe de suporte.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E40A305-4E81-0714-8A8C-821C03296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6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28153B-CBEC-76AD-8E51-6849A4BE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" y="1"/>
            <a:ext cx="10439400" cy="533400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Abertura de Chamados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70D693-7A21-B16A-8DBB-40BCB50C3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20" y="928837"/>
            <a:ext cx="12200410" cy="592916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CB9EC8-4916-E867-9445-07B95C94DFD3}"/>
              </a:ext>
            </a:extLst>
          </p:cNvPr>
          <p:cNvSpPr txBox="1"/>
          <p:nvPr/>
        </p:nvSpPr>
        <p:spPr>
          <a:xfrm>
            <a:off x="84610" y="503201"/>
            <a:ext cx="1175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Nesta tela, os usuários abrirão os </a:t>
            </a:r>
            <a:r>
              <a:rPr lang="pt-BR" b="1" dirty="0"/>
              <a:t>Tickets</a:t>
            </a:r>
            <a:r>
              <a:rPr lang="pt-BR" dirty="0"/>
              <a:t>, definindo título, categoria, prioridade e detalhando a solicitação.</a:t>
            </a:r>
            <a:endParaRPr lang="pt-BR" sz="2000" b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FE2C1B-3C02-DAF4-8EEB-9C5A2698F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0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1699C9F-8031-CC90-2D15-BDD4A4640AD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4394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Histórico de Chamados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286D13-910E-B67A-5558-D385BFD08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607"/>
            <a:ext cx="12192000" cy="59513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15FC99C-9625-A6D3-C5B7-BC12C2FC548A}"/>
              </a:ext>
            </a:extLst>
          </p:cNvPr>
          <p:cNvSpPr txBox="1"/>
          <p:nvPr/>
        </p:nvSpPr>
        <p:spPr>
          <a:xfrm>
            <a:off x="66675" y="457200"/>
            <a:ext cx="11239500" cy="373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Tela de histórico onde usuários acompanham seus tickets abertos, com filtros por status e tipo.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328D1B-AD9F-EC5A-85B8-98FA472E3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09" y="0"/>
            <a:ext cx="859481" cy="8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0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07608-411A-39A6-B4A3-3AE72ED5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330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Agradecemos a Atenção!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3D9D646-1C44-F8CE-6974-A8CE3D5B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287" y="1044575"/>
            <a:ext cx="37814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047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435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Equipe Envolvida: Gabriel Borges, Ciro, Renata, Isabella Moura, Isaac.</vt:lpstr>
      <vt:lpstr>O que é o SupportBox?</vt:lpstr>
      <vt:lpstr>Apresentação do PowerPoint</vt:lpstr>
      <vt:lpstr>Público Alvo</vt:lpstr>
      <vt:lpstr>Tela de Login</vt:lpstr>
      <vt:lpstr>Tela de Abertura de Chamados</vt:lpstr>
      <vt:lpstr>Apresentação do PowerPoint</vt:lpstr>
      <vt:lpstr>Agradecemos a Atenção!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Borges</dc:creator>
  <cp:lastModifiedBy>Gabriel Borges</cp:lastModifiedBy>
  <cp:revision>82</cp:revision>
  <dcterms:created xsi:type="dcterms:W3CDTF">2025-05-26T23:21:49Z</dcterms:created>
  <dcterms:modified xsi:type="dcterms:W3CDTF">2025-05-29T01:00:46Z</dcterms:modified>
</cp:coreProperties>
</file>