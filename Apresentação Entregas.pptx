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105AA-7DB2-87F1-594E-20F567C28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0BEAA-D9F4-E02E-E309-BA8CDCD16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614D19-EB17-E1D3-2947-5DE958C1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312D39-2B0B-503F-4EAA-68F1B35C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3245D5-32B3-DC52-96CA-3F557669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30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EE0AD-1225-7A23-59A4-109A5AF4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234616-C255-8134-7445-052222793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A59506-41F5-C926-F8F9-D762958C6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D6F40A-D540-1234-CD53-E88B216E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D87B10-EE3A-8F4C-06A1-DEA2D71A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10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F827D-FD3A-6FA6-C396-6B0E00AB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BE98A8-C5B4-3940-95A0-D944F8ED4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7BE0F5-7109-CF9C-D3DC-9C7B6678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786ED-419C-983A-F871-715E65C7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B74BA-AB0D-C102-FF03-931E4078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28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300BA-C6F5-C938-63C4-7B6CF02D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F1457-8D61-1E41-EC04-41AD43986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38D6F4-D542-CEF0-E697-A61DC1AAD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E6614-A0C9-9565-BD0C-4D7DAADD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582266-C1EE-551B-69BC-480EA531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BE8703-B0C5-AF85-D3BA-39398950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26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53CC4-77D1-6BB9-2ECF-0DED74A6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82A6E7-75AE-8A4B-8F6B-78E6A8F15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D7408F-55F0-3A6A-BAA8-6965F1270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C43AD3F-ABBA-23CA-ED55-5227E031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B3A456-1040-367F-0C97-686D97D6E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52BD82A-542F-C635-CE1A-E118D56D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74A0A0-570C-7E58-8DA3-19CB9BC8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3FCF9B-4B93-7D43-294E-3BC51423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11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8CE75-5C6A-BC78-82B8-397D50D8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458599-83F5-A154-45B1-01AAF433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278C05-C257-6F94-8119-2B023253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EDA943-4F3F-55C5-4FE5-91FFB5EC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98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56C78E-B0D2-DF1C-8D7F-E6BBD788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8C47E7-7C93-0803-390C-6A7194E8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2CAD3D-B41A-B5E8-74A7-215FEA9E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23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CEF99-4358-15E9-BBD9-8F824B52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655F8-C9EF-96D6-7DFC-D3D5F7222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14EDB4-62A5-A74A-BEC9-1672F2677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0C9A28-97C4-3D6F-A1E6-8A30C957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3E3EE9-1B3A-D045-3964-312FAB1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E6C3DC-AA17-264F-3080-11AA765D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08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2E8D0-5F27-763C-5F43-0D6E28FC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7D7241-7B1F-010F-F4B1-B724EB9EF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EAF71F-847C-A7BD-E2A3-3A17F8767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CA7ACA-095C-9284-80B4-730D76DC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080480-13C7-85F8-A495-37567165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9E40DA-A235-CA66-88B0-DE67C5EB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562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7E51D-DEB1-73FA-12C6-2391AD91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42F560-AAE8-7886-D865-1890FDC2C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6BD8A2-E13C-96C0-8D3C-FEC97DCD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ACFBC8-AF72-1E66-36A5-1EE2F217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5B2BCA-0535-B3D6-3820-64D01185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2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2782A2-4D85-D0DF-E5B7-098EFD51E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639B38-9A16-2CE5-F86F-AF979E0DB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29742-FB91-4B03-4196-2F159A9B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DDA7E-85DA-4E01-EEC4-BEF646DE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5B8DBB-D841-7F88-886F-E6630DA6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33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chemeClr val="bg1"/>
            </a:gs>
            <a:gs pos="100000">
              <a:srgbClr val="D3935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BDDC41-E850-82B2-309A-CD692805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6D844A-7806-8F48-E014-989568970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7BED8-3521-0E37-1AA8-CE58A410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529C4-1E69-4C6F-86E1-A38E309EFD25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B533CE-2CD4-5ABC-7239-AAB8FC1E1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4A0E8A-0286-EF95-773E-0914A95A9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6E61D-1092-4C96-A8A2-CA7F521F51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9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7EEC29B-CF35-5875-F26E-CC09303C7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333" y="733333"/>
            <a:ext cx="5391334" cy="5391334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17670C59-45A3-D0F1-DF91-EE349FB5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77" y="6347535"/>
            <a:ext cx="10351363" cy="696897"/>
          </a:xfrm>
        </p:spPr>
        <p:txBody>
          <a:bodyPr>
            <a:norm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Equipe Envolvida: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Gabriel Borges, Ciro, Renata, Isabella Moura, Isaac.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04F7D4-49DA-D735-E11B-CBF9CDFA5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657" y="40875"/>
            <a:ext cx="1270822" cy="99781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CF92450-C21A-8498-D374-CD703A79EDE7}"/>
              </a:ext>
            </a:extLst>
          </p:cNvPr>
          <p:cNvSpPr txBox="1"/>
          <p:nvPr/>
        </p:nvSpPr>
        <p:spPr>
          <a:xfrm>
            <a:off x="-88778" y="-71022"/>
            <a:ext cx="2618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Projeto - 1</a:t>
            </a:r>
          </a:p>
        </p:txBody>
      </p:sp>
    </p:spTree>
    <p:extLst>
      <p:ext uri="{BB962C8B-B14F-4D97-AF65-F5344CB8AC3E}">
        <p14:creationId xmlns:p14="http://schemas.microsoft.com/office/powerpoint/2010/main" val="232386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E1BEB-FDCC-11D7-1B0A-95523714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776"/>
            <a:ext cx="6849863" cy="594803"/>
          </a:xfrm>
        </p:spPr>
        <p:txBody>
          <a:bodyPr>
            <a:normAutofit fontScale="90000"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 que é o SupportBox?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56887E-D209-477B-D2DB-4FCF555A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730" y="5104116"/>
            <a:ext cx="1506076" cy="150607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D995233-A8EC-F921-33D6-0152CCEF92CF}"/>
              </a:ext>
            </a:extLst>
          </p:cNvPr>
          <p:cNvSpPr txBox="1"/>
          <p:nvPr/>
        </p:nvSpPr>
        <p:spPr>
          <a:xfrm>
            <a:off x="1155962" y="1163616"/>
            <a:ext cx="1117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Trata-se de um sistema web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HelpDesk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destinado 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organizar, registrar e resolver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chamados de suporte.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2E00E82-45B2-765F-FB46-B96E3A3AE7E9}"/>
              </a:ext>
            </a:extLst>
          </p:cNvPr>
          <p:cNvSpPr/>
          <p:nvPr/>
        </p:nvSpPr>
        <p:spPr>
          <a:xfrm>
            <a:off x="177554" y="1103049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EA6C2A9-B786-DFC0-373A-C700D4FF1D50}"/>
              </a:ext>
            </a:extLst>
          </p:cNvPr>
          <p:cNvSpPr/>
          <p:nvPr/>
        </p:nvSpPr>
        <p:spPr>
          <a:xfrm>
            <a:off x="177554" y="2093008"/>
            <a:ext cx="978408" cy="484632"/>
          </a:xfrm>
          <a:prstGeom prst="rightArrow">
            <a:avLst/>
          </a:prstGeom>
          <a:solidFill>
            <a:srgbClr val="D3935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D535A7-B566-CCA9-FFBA-F50921847EE6}"/>
              </a:ext>
            </a:extLst>
          </p:cNvPr>
          <p:cNvSpPr txBox="1"/>
          <p:nvPr/>
        </p:nvSpPr>
        <p:spPr>
          <a:xfrm>
            <a:off x="1155963" y="2012159"/>
            <a:ext cx="1103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Serve como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canal central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onde os usuários (colaboradores ou clientes) podem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pedir ajuda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quando têm problemas técnicos ou dúvidas.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5E091F-64AD-1F93-F948-96119313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768" y="193945"/>
            <a:ext cx="384464" cy="38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69F7E0B-D4AF-C95C-1AEE-C50EF0F0B780}"/>
              </a:ext>
            </a:extLst>
          </p:cNvPr>
          <p:cNvSpPr/>
          <p:nvPr/>
        </p:nvSpPr>
        <p:spPr>
          <a:xfrm>
            <a:off x="177554" y="3137700"/>
            <a:ext cx="978408" cy="484632"/>
          </a:xfrm>
          <a:prstGeom prst="rightArrow">
            <a:avLst/>
          </a:prstGeom>
          <a:solidFill>
            <a:srgbClr val="D3935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8592B56-4A50-1E65-B958-0EF9BADF3A0F}"/>
              </a:ext>
            </a:extLst>
          </p:cNvPr>
          <p:cNvSpPr txBox="1"/>
          <p:nvPr/>
        </p:nvSpPr>
        <p:spPr>
          <a:xfrm>
            <a:off x="1155962" y="4046916"/>
            <a:ext cx="10704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Facilita 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atendimento, tornando-o mais rápido e eficiente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melhorando a comunicação entre equipes e entre o solicitante e o agente que prestará o suporte.</a:t>
            </a:r>
          </a:p>
          <a:p>
            <a:endParaRPr lang="pt-BR" dirty="0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0A209822-B95F-E979-6973-4B17A29ED2A0}"/>
              </a:ext>
            </a:extLst>
          </p:cNvPr>
          <p:cNvSpPr/>
          <p:nvPr/>
        </p:nvSpPr>
        <p:spPr>
          <a:xfrm>
            <a:off x="177554" y="4105180"/>
            <a:ext cx="978408" cy="484632"/>
          </a:xfrm>
          <a:prstGeom prst="rightArrow">
            <a:avLst/>
          </a:prstGeom>
          <a:solidFill>
            <a:srgbClr val="D3935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4856887-AE46-BCC8-9339-BFA2AD001B83}"/>
              </a:ext>
            </a:extLst>
          </p:cNvPr>
          <p:cNvSpPr txBox="1"/>
          <p:nvPr/>
        </p:nvSpPr>
        <p:spPr>
          <a:xfrm>
            <a:off x="1155962" y="3056957"/>
            <a:ext cx="10966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Funciona como um </a:t>
            </a:r>
            <a:r>
              <a:rPr lang="pt-BR" b="1" dirty="0"/>
              <a:t>canal centralizado </a:t>
            </a:r>
            <a:r>
              <a:rPr lang="pt-BR" dirty="0"/>
              <a:t>para o setores de T.I, facilitando o recebimento, organização e priorização dos chamados, </a:t>
            </a:r>
            <a:r>
              <a:rPr lang="pt-BR" b="1" dirty="0"/>
              <a:t>aumentando a eficiência no suporte</a:t>
            </a:r>
            <a:r>
              <a:rPr lang="pt-BR" dirty="0"/>
              <a:t> e a satisfação dos usuários.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B946CDA-04EC-E8D4-B622-20F354D55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639" y="-56063"/>
            <a:ext cx="791361" cy="79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9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55C33D2-EA21-DD31-580A-D2ECC8903526}"/>
              </a:ext>
            </a:extLst>
          </p:cNvPr>
          <p:cNvSpPr txBox="1">
            <a:spLocks/>
          </p:cNvSpPr>
          <p:nvPr/>
        </p:nvSpPr>
        <p:spPr>
          <a:xfrm>
            <a:off x="-38429" y="-147628"/>
            <a:ext cx="7369517" cy="594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TAP – TERMO DE ABERTURA DE PROJETO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263E15F-DE20-00D9-585E-05B0018F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45" y="618834"/>
            <a:ext cx="9070109" cy="60893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527E093-F368-D16D-C831-48378664E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639" y="-56063"/>
            <a:ext cx="791361" cy="791361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9D276D8A-5C9E-794F-8E8C-D5558F3E0E2C}"/>
              </a:ext>
            </a:extLst>
          </p:cNvPr>
          <p:cNvSpPr/>
          <p:nvPr/>
        </p:nvSpPr>
        <p:spPr>
          <a:xfrm flipH="1" flipV="1">
            <a:off x="7701088" y="6551802"/>
            <a:ext cx="2508314" cy="156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18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07198D-63F4-076C-F43F-6FBE2963C1EE}"/>
              </a:ext>
            </a:extLst>
          </p:cNvPr>
          <p:cNvSpPr txBox="1">
            <a:spLocks/>
          </p:cNvSpPr>
          <p:nvPr/>
        </p:nvSpPr>
        <p:spPr>
          <a:xfrm>
            <a:off x="-591043" y="-139953"/>
            <a:ext cx="7369517" cy="594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TAP – TERMO DE ABERTURA DE PROJETO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4EAD38-383C-D47A-67B6-B3889E03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29" y="760413"/>
            <a:ext cx="10379942" cy="57589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A9EF5F-73AE-1B0B-63D9-F2193292F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-56063"/>
            <a:ext cx="816476" cy="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0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AA4CDD-1207-6238-21C8-3A7FFF056D2E}"/>
              </a:ext>
            </a:extLst>
          </p:cNvPr>
          <p:cNvSpPr txBox="1">
            <a:spLocks/>
          </p:cNvSpPr>
          <p:nvPr/>
        </p:nvSpPr>
        <p:spPr>
          <a:xfrm>
            <a:off x="-448429" y="-166538"/>
            <a:ext cx="7369517" cy="594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EAP – ESTRUTURA ANALITICA DO PROJETO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ED98304-E22C-F3B9-1F65-04863D126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4880DEB-AA80-1C49-FE55-7AC704572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027" y="583144"/>
            <a:ext cx="9185945" cy="6143992"/>
          </a:xfrm>
          <a:prstGeom prst="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973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869D296-29B6-B20B-99B3-EA79036EB144}"/>
              </a:ext>
            </a:extLst>
          </p:cNvPr>
          <p:cNvSpPr txBox="1">
            <a:spLocks/>
          </p:cNvSpPr>
          <p:nvPr/>
        </p:nvSpPr>
        <p:spPr>
          <a:xfrm>
            <a:off x="-2781981" y="-122548"/>
            <a:ext cx="7369517" cy="594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Matriz RACI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48C8E6-AD4A-8087-1ECA-5F04EACD5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1413EF1-AE4A-FD25-8807-D0F63E3C8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6" y="1613642"/>
            <a:ext cx="11042608" cy="25710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BB8B6BA-7A8F-DA6F-745F-5CD7D4BC0125}"/>
              </a:ext>
            </a:extLst>
          </p:cNvPr>
          <p:cNvSpPr txBox="1"/>
          <p:nvPr/>
        </p:nvSpPr>
        <p:spPr>
          <a:xfrm>
            <a:off x="574696" y="4440087"/>
            <a:ext cx="744766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R</a:t>
            </a:r>
            <a: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– (Responsável): Executa a Atividade.</a:t>
            </a:r>
            <a:b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pt-BR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A</a:t>
            </a:r>
            <a: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– (Aprovador): Dá a palavra final.</a:t>
            </a:r>
            <a:br>
              <a:rPr lang="pt-BR" sz="2800" b="1" dirty="0">
                <a:solidFill>
                  <a:srgbClr val="004E9A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pt-BR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C</a:t>
            </a:r>
            <a: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– (Consultado): É envolvido para fornecer insights.</a:t>
            </a:r>
            <a:b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pt-BR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I</a:t>
            </a:r>
            <a: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– (Informado): Recebe atualizações.</a:t>
            </a:r>
            <a:br>
              <a:rPr lang="pt-BR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651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B6B2794-869A-CF08-FF2C-44BDB7D7A33A}"/>
              </a:ext>
            </a:extLst>
          </p:cNvPr>
          <p:cNvSpPr txBox="1">
            <a:spLocks/>
          </p:cNvSpPr>
          <p:nvPr/>
        </p:nvSpPr>
        <p:spPr>
          <a:xfrm>
            <a:off x="-1566048" y="-186565"/>
            <a:ext cx="7369517" cy="594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Lista Preliminar de Requisitos</a:t>
            </a:r>
          </a:p>
        </p:txBody>
      </p:sp>
      <p:pic>
        <p:nvPicPr>
          <p:cNvPr id="5" name="Figura6">
            <a:extLst>
              <a:ext uri="{FF2B5EF4-FFF2-40B4-BE49-F238E27FC236}">
                <a16:creationId xmlns:a16="http://schemas.microsoft.com/office/drawing/2014/main" id="{19ECBE6A-B480-2FDF-51E1-21EBC543DB5B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000591" y="916623"/>
            <a:ext cx="7810855" cy="5373082"/>
          </a:xfrm>
          <a:prstGeom prst="rect">
            <a:avLst/>
          </a:prstGeom>
          <a:noFill/>
          <a:ln w="38100">
            <a:solidFill>
              <a:schemeClr val="tx1"/>
            </a:solidFill>
            <a:prstDash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35E3D9D-8E0A-3781-1F92-B77BA6B73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30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DE200DF-DED2-9EC8-0199-F8D9B623D6B8}"/>
              </a:ext>
            </a:extLst>
          </p:cNvPr>
          <p:cNvSpPr txBox="1">
            <a:spLocks/>
          </p:cNvSpPr>
          <p:nvPr/>
        </p:nvSpPr>
        <p:spPr>
          <a:xfrm>
            <a:off x="-916566" y="-173664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Documento de Requisitos (Funcionais)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241B6C-3D8D-0DD5-542E-C9D289C0B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0" y="429684"/>
            <a:ext cx="6200485" cy="62512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FFCA464-F5F2-9DF2-75DC-AB2253251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013F9B-C6F1-4007-D571-15D1CFF77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918" y="1630561"/>
            <a:ext cx="4841333" cy="35968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706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6428955-4F02-71F5-B3A1-BC6D92BBF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21" y="770057"/>
            <a:ext cx="5953125" cy="27051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5559E1-01D3-6C61-90EC-680660AE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6"/>
          <a:stretch/>
        </p:blipFill>
        <p:spPr>
          <a:xfrm>
            <a:off x="288821" y="3475157"/>
            <a:ext cx="5953125" cy="20764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AA23ECC-F9E2-5D79-C101-9E52E0C10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906" y="92629"/>
            <a:ext cx="3216115" cy="20943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8CA2604-102D-C005-D903-5ECBD0627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905" y="2187017"/>
            <a:ext cx="3216116" cy="21632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924C3F2-FCF1-5980-7785-60D33EE5523A}"/>
              </a:ext>
            </a:extLst>
          </p:cNvPr>
          <p:cNvSpPr txBox="1"/>
          <p:nvPr/>
        </p:nvSpPr>
        <p:spPr>
          <a:xfrm>
            <a:off x="6611547" y="2189704"/>
            <a:ext cx="40194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latin typeface="Arial" panose="020B0604020202020204" pitchFamily="34" charset="0"/>
                <a:cs typeface="Arial" panose="020B0604020202020204" pitchFamily="34" charset="0"/>
              </a:rPr>
              <a:t>RF05 – Envio de Notificações (Funcional)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01A5D08-8D6B-E332-3C41-66F467F951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6CC884D-AB8B-DAF0-9CA1-F99765185B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905" y="4350238"/>
            <a:ext cx="3216116" cy="24051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3F78AACD-94B6-0193-C4AB-EC33FA5BE475}"/>
              </a:ext>
            </a:extLst>
          </p:cNvPr>
          <p:cNvSpPr txBox="1">
            <a:spLocks/>
          </p:cNvSpPr>
          <p:nvPr/>
        </p:nvSpPr>
        <p:spPr>
          <a:xfrm>
            <a:off x="-907712" y="-165120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Documento de Requisitos (Funcionais)</a:t>
            </a:r>
          </a:p>
        </p:txBody>
      </p:sp>
    </p:spTree>
    <p:extLst>
      <p:ext uri="{BB962C8B-B14F-4D97-AF65-F5344CB8AC3E}">
        <p14:creationId xmlns:p14="http://schemas.microsoft.com/office/powerpoint/2010/main" val="373710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1771F2E-302F-788B-E263-A48A04762545}"/>
              </a:ext>
            </a:extLst>
          </p:cNvPr>
          <p:cNvSpPr txBox="1">
            <a:spLocks/>
          </p:cNvSpPr>
          <p:nvPr/>
        </p:nvSpPr>
        <p:spPr>
          <a:xfrm>
            <a:off x="-583280" y="-130936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Documento de Requisitos (Não Funcionais)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8E97AF-9DC3-635F-B707-B793BC852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E03637-41AF-FACE-6CF6-A930A3854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438" y="467601"/>
            <a:ext cx="5545123" cy="6264564"/>
          </a:xfrm>
          <a:prstGeom prst="rect">
            <a:avLst/>
          </a:prstGeom>
          <a:solidFill>
            <a:srgbClr val="000000">
              <a:shade val="95000"/>
            </a:srgbClr>
          </a:solidFill>
          <a:ln w="28575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274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CC3E614-7FE3-FFCF-2027-B943B41BBD88}"/>
              </a:ext>
            </a:extLst>
          </p:cNvPr>
          <p:cNvSpPr txBox="1">
            <a:spLocks/>
          </p:cNvSpPr>
          <p:nvPr/>
        </p:nvSpPr>
        <p:spPr>
          <a:xfrm>
            <a:off x="-1833239" y="-130936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Cronograma de Entregas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53DF9C-B673-C13F-3A78-3D6BB80C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03" y="682009"/>
            <a:ext cx="8643594" cy="5493982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D013926-F996-E6C4-A4D2-E0E72F6DD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4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D705F56-F3C0-5B82-9864-1E5C988748C9}"/>
              </a:ext>
            </a:extLst>
          </p:cNvPr>
          <p:cNvSpPr txBox="1">
            <a:spLocks/>
          </p:cNvSpPr>
          <p:nvPr/>
        </p:nvSpPr>
        <p:spPr>
          <a:xfrm>
            <a:off x="-2448536" y="-148028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Gráfico de Gantt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A155C7-2F32-90C8-FBE9-F5B0A673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31" y="658108"/>
            <a:ext cx="8964538" cy="588949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chemeClr val="tx1">
                <a:lumMod val="95000"/>
                <a:lumOff val="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531A839-A1E3-B089-B4B5-A2389D9C2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0"/>
            <a:ext cx="816476" cy="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2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4347E-6F33-6FB2-7382-513272D8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" y="0"/>
            <a:ext cx="10439400" cy="646331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Login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64BB572-1823-7356-DFAE-55680D59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" y="1226173"/>
            <a:ext cx="12183590" cy="563182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A29D4F5-93CB-6836-8D85-313E7257AF69}"/>
              </a:ext>
            </a:extLst>
          </p:cNvPr>
          <p:cNvSpPr txBox="1"/>
          <p:nvPr/>
        </p:nvSpPr>
        <p:spPr>
          <a:xfrm>
            <a:off x="85724" y="579842"/>
            <a:ext cx="11753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acessar o </a:t>
            </a:r>
            <a:r>
              <a:rPr lang="pt-BR" b="1" dirty="0"/>
              <a:t>Portal de Chamados</a:t>
            </a:r>
            <a:r>
              <a:rPr lang="pt-BR" dirty="0"/>
              <a:t>, o usuário deve inserir um e-mail e senha válidos, sendo que o cadastro prévio dos solicitantes é realizado pela equipe de suporte.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E40A305-4E81-0714-8A8C-821C03296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6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28153B-CBEC-76AD-8E51-6849A4BE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" y="1"/>
            <a:ext cx="10439400" cy="533400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Abertura de Chamados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70D693-7A21-B16A-8DBB-40BCB50C3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20" y="928837"/>
            <a:ext cx="12200410" cy="592916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CB9EC8-4916-E867-9445-07B95C94DFD3}"/>
              </a:ext>
            </a:extLst>
          </p:cNvPr>
          <p:cNvSpPr txBox="1"/>
          <p:nvPr/>
        </p:nvSpPr>
        <p:spPr>
          <a:xfrm>
            <a:off x="84610" y="503201"/>
            <a:ext cx="1175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Nesta tela, os usuários abrirão os </a:t>
            </a:r>
            <a:r>
              <a:rPr lang="pt-BR" b="1" dirty="0"/>
              <a:t>Tickets</a:t>
            </a:r>
            <a:r>
              <a:rPr lang="pt-BR" dirty="0"/>
              <a:t>, definindo título, categoria, prioridade e detalhando a solicitação.</a:t>
            </a:r>
            <a:endParaRPr lang="pt-BR" sz="20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FE2C1B-3C02-DAF4-8EEB-9C5A2698F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05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1699C9F-8031-CC90-2D15-BDD4A4640AD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4394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Histórico de Chamados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286D13-910E-B67A-5558-D385BFD08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607"/>
            <a:ext cx="12192000" cy="59513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15FC99C-9625-A6D3-C5B7-BC12C2FC548A}"/>
              </a:ext>
            </a:extLst>
          </p:cNvPr>
          <p:cNvSpPr txBox="1"/>
          <p:nvPr/>
        </p:nvSpPr>
        <p:spPr>
          <a:xfrm>
            <a:off x="66675" y="457200"/>
            <a:ext cx="11239500" cy="373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Tela de histórico onde usuários acompanham seus tickets abertos, com filtros por status e tipo.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328D1B-AD9F-EC5A-85B8-98FA472E3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0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18E07FB3-1EF5-09E1-EBFC-0FD5069BE045}"/>
              </a:ext>
            </a:extLst>
          </p:cNvPr>
          <p:cNvSpPr txBox="1">
            <a:spLocks/>
          </p:cNvSpPr>
          <p:nvPr/>
        </p:nvSpPr>
        <p:spPr>
          <a:xfrm>
            <a:off x="-1178638" y="-139481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Mapeamento de Processos (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DE6520-4883-28ED-4CE7-568C7E31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7277"/>
            <a:ext cx="12192000" cy="34045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ACA8F57-6D4F-E40A-8DDB-6A27265EDEEF}"/>
              </a:ext>
            </a:extLst>
          </p:cNvPr>
          <p:cNvSpPr txBox="1"/>
          <p:nvPr/>
        </p:nvSpPr>
        <p:spPr>
          <a:xfrm>
            <a:off x="5267770" y="1555612"/>
            <a:ext cx="3298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Tela de Login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47712FC-EBFE-8539-BDC1-AB42FF32E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0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CF51771-D57C-318E-4FD0-4A7850AC355F}"/>
              </a:ext>
            </a:extLst>
          </p:cNvPr>
          <p:cNvSpPr txBox="1">
            <a:spLocks/>
          </p:cNvSpPr>
          <p:nvPr/>
        </p:nvSpPr>
        <p:spPr>
          <a:xfrm>
            <a:off x="-1178638" y="-139481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Mapeamento de Processos (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15B21A-6B49-5AEE-9689-4CC8985E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140"/>
            <a:ext cx="12192000" cy="386171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553BA7C-1EF4-9961-D6E4-7BD11BAB8033}"/>
              </a:ext>
            </a:extLst>
          </p:cNvPr>
          <p:cNvSpPr txBox="1"/>
          <p:nvPr/>
        </p:nvSpPr>
        <p:spPr>
          <a:xfrm>
            <a:off x="4505770" y="1036475"/>
            <a:ext cx="4638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Tela – Abertura de Chamados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7AB29CB-AB7D-FFC4-28D8-F27650D7C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76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6AC9FF1-95D1-6D12-B82F-303888F7CD31}"/>
              </a:ext>
            </a:extLst>
          </p:cNvPr>
          <p:cNvSpPr txBox="1">
            <a:spLocks/>
          </p:cNvSpPr>
          <p:nvPr/>
        </p:nvSpPr>
        <p:spPr>
          <a:xfrm>
            <a:off x="-1178638" y="-139481"/>
            <a:ext cx="7274638" cy="51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Mapeamento de Processos (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AA4502-1D77-3AFF-57CF-EBA814199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1357312"/>
            <a:ext cx="11915775" cy="414337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9BF3DC6-0069-9126-2C42-21D823729E9D}"/>
              </a:ext>
            </a:extLst>
          </p:cNvPr>
          <p:cNvSpPr txBox="1"/>
          <p:nvPr/>
        </p:nvSpPr>
        <p:spPr>
          <a:xfrm>
            <a:off x="4258120" y="907403"/>
            <a:ext cx="4638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Tela – Chamados Registrados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11F11F-40A1-9A1C-249A-FCD35BFE6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07608-411A-39A6-B4A3-3AE72ED5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330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Agradecemos a Atenção!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D9D646-1C44-F8CE-6974-A8CE3D5B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287" y="1044575"/>
            <a:ext cx="37814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047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342</Words>
  <Application>Microsoft Office PowerPoint</Application>
  <PresentationFormat>Widescreen</PresentationFormat>
  <Paragraphs>32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Equipe Envolvida: Gabriel Borges, Ciro, Renata, Isabella Moura, Isaac.</vt:lpstr>
      <vt:lpstr>O que é o SupportBox?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Tela de Login</vt:lpstr>
      <vt:lpstr>Tela de Abertura de Chamados</vt:lpstr>
      <vt:lpstr>Apresentação do PowerPoint</vt:lpstr>
      <vt:lpstr>Apresentação do PowerPoint</vt:lpstr>
      <vt:lpstr>Apresentação do PowerPoint</vt:lpstr>
      <vt:lpstr>Apresentação do PowerPoint</vt:lpstr>
      <vt:lpstr>Agradecemos 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Borges</dc:creator>
  <cp:lastModifiedBy>Gabriel Borges</cp:lastModifiedBy>
  <cp:revision>87</cp:revision>
  <dcterms:created xsi:type="dcterms:W3CDTF">2025-05-29T19:00:19Z</dcterms:created>
  <dcterms:modified xsi:type="dcterms:W3CDTF">2025-05-29T21:23:48Z</dcterms:modified>
</cp:coreProperties>
</file>